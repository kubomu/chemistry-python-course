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3946" y="950358"/>
            <a:ext cx="60761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dirty="0"/>
              <a:t>Python Programming </a:t>
            </a:r>
            <a:br>
              <a:rPr lang="en-US" dirty="0"/>
            </a:br>
            <a:r>
              <a:rPr dirty="0"/>
              <a:t>for Applied 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99CC"/>
                </a:solidFill>
              </a:defRPr>
            </a:pPr>
            <a:r>
              <a:t>From Zero to Computational Chemist in 3 Hours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Welcome! 🧪💻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Who am I? Your peer, a fellow student passionate about chemistry and coding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Who are you? Applied Chemistry students at Gulu University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Our goal today: Show you that programming is NOT just for computer scientists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By the end: You'll write real Python code to solve chemistry problems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Mindset: If you can follow a lab protocol, you can code!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What is Programming? (In Simple Terms)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Programming = Writing instructions for computers to follow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Just like a recipe or lab procedure, but for computers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Example: 'Add 25 mL NaOH' → 'volume = 25; </a:t>
            </a:r>
            <a:r>
              <a:rPr dirty="0" err="1"/>
              <a:t>add_naoh</a:t>
            </a:r>
            <a:r>
              <a:rPr dirty="0"/>
              <a:t>(volume)'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Computers are VERY literal - they do exactly what you tell them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Good news: Python is one of the easiest languages to learn!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Why Scientists (Not Just Coders) Need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✓ Automate repetitive calculations (pH, molar mass, dilutions)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✓ Analyze large datasets (water quality monitoring, clinical trials)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✓ Create visualizations for research papers and presentations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✓ Simulate chemical reactions before running expensive experiments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✓ Career advantage: Modern labs seek chemists with coding skills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Real-World: Who Uses Python in Chemistry?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🏭 Pharmaceutical companies: Drug discovery, formulation optimization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🌊 Environmental agencies: Water quality monitoring, pollution tracking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⚗️ Research labs: Quantum chemistry, molecular dynamics simulations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🏭 Industrial plants: Process optimization, quality control automation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📊 Data scientists: Chemical informatics, machine learning for materials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Python in Uganda's Chemistry Sector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NWSC: Water quality data analysis across the country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NEMA: Environmental monitoring and compliance checking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UNBS: Quality control testing for products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Crown Beverages, Coca-Cola Namanve: Process optimization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Pharmaceutical companies: Quality Chemicals Ltd uses 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Python? (vs Other Languages)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Easy to Read: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Looks like English!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Minimal syntax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Huge Community: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Millions of users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Tons of free help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Free Forever: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No license fees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Scientific Libraries: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ChemPy, RDKit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Pandas, NumPy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Industry Standard: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Used by Google, NASA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Pharma companies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Great for Beginners: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Gentle learning curve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Instant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Python Basics: Variables (Storing Values)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Variables are like labeled containers for data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Example: pH = 7.4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Just like in algebra: x = 5, y = 10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 chemistry: concentration = 0.1, temperature = 298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Python remembers these values for you!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Python Data Types (Types of Information)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Numbers: 7.4, 100, 3.14 (for calculations)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Text (strings): 'water', 'H2O', 'Kampala' (for labels)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Lists: [7.2, 7.4, 6.9] (multiple measurements)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Dictionaries: {'H': 1.008, 'C': 12.011} (reference tables)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Think of it like different lab equipment for different tasks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Python Can Do Math (Better Than Calculators!)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Addition: 5 + 3 →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Subtraction: 10 - 4 →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Multiplication: 6 * 7 → 42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Division: 20 / 4 → 5.0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Exponents: 2 ** 3 → 8 (means 2³)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And much more: logarithms, roots, trigonometry...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Functions: Reusable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Functions are like lab protocols you can run anytime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Example: calculate_pH(h_concentration)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Built-in functions: print(), round(), max(), min()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You can create your own functions too!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Saves time: Write once, use forever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Real Example: pH Calculation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Problem: Calculate pH from [H⁺] = 1.0 × 10⁻⁵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Python code: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import math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h_concentration = 0.00001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pH = -math.log10(h_concentration)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print(pH)  # Output: 5.0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That's it! Three lines instead of pulling out a calculator.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1413" y="2286000"/>
            <a:ext cx="686117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dirty="0"/>
              <a:t>Python in Applied 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99CC"/>
                </a:solidFill>
              </a:defRPr>
            </a:pPr>
            <a:r>
              <a:t>Five Application Areas with Real Examples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Application 1: Analytical 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What: Quantitative analysis, titrations, spectroscopy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Python helps: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Plot titration curves automatically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Calculate equivalence points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Analyze spectroscopic data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Generate calibration curves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Example: NWSC lab analyzing water samples - Python processes results faster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Demo: Titration Curve (We'll Code This!)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Traditional: Plot points by hand on graph paper (30 minutes)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With Python: Load data, create professional plot (2 minutes)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Features: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Automatic axis labeling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Equivalence point detection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Publication-quality output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Easy to modify and reuse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Application 2: Environmental 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What: Water quality, air pollution, soil analysis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Python helps: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Analyze large datasets (100s of samples)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Check compliance with NEMA standards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Visualize pollution trends over time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Predict environmental impacts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Uganda example: Monitoring Lake Victoria water quality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Demo: NWSC Water Quality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Real scenario: 8 water samples from across Uganda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Check: pH, turbidity, nitrates, chlorine levels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Python calculates: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Average values for each parameter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Compliance rates with WHO/NEMA standards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Identifies problem locations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Result: Clear report in seconds instead of hours of calculations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Application 3: Industrial/Process 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What: Large-scale manufacturing, quality control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Python helps: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Optimize reaction conditions (temperature, pressure)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Calculate material costs and yields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Monitor production quality in real-time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Predict equipment maintenance needs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Uganda industries: Brewing, cement, pharmaceuticals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Demo: Temperature Effect on Reaction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Question: How does temperature affect production speed?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Python analyzes: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Reaction rate at different temperatures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Q10 temperature coefficient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Optimal temperature for maximum efficiency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Benefit: Optimize production = save money + increase output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Application 4: Pharmaceutical/Medicinal 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What: Drug development, formulation, quality control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Python helps: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Calculate dosages and concentrations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Analyze molecular properties (molar mass, solubility)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Quality control data processing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Drug stability studies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Local relevance: Quality Chemicals Ltd, Kampala Pharmaceutical Industries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Demo: Automatic Molar Mass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Manual method: Look up atomic masses, multiply, add (5 minutes)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Python method: Enter formula, get instant result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Example: Aspirin (C₉H₈O₄) → 180.16 g/mol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Bonus: Calculate elemental composition percentages too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Application: Verify pharmaceutical ingredient purity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8989" y="241442"/>
            <a:ext cx="81525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Application 5: Cheminformatics (Computational Chemistry)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What: Using computers to solve chemistry problems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Python helps: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Balance chemical equations automatically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Predict molecular properties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Simulate reactions before lab work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Search chemical databases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Future of chemistry: AI + Machine Learning + Chemistry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81525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Demo: Automatic Equation Balancing with </a:t>
            </a:r>
            <a:r>
              <a:rPr dirty="0" err="1"/>
              <a:t>ChemPy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Problem: Balance complex equations (can take 10+ minutes by hand)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Python solution: Instant balancing with </a:t>
            </a:r>
            <a:r>
              <a:rPr dirty="0" err="1"/>
              <a:t>ChemPy</a:t>
            </a:r>
            <a:r>
              <a:rPr dirty="0"/>
              <a:t> library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Example: Photosynthesis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Input: CO₂ + H₂O → C₆H₁₂O₆ + O₂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Output: 6 CO₂ + 6 H₂O → C₆H₁₂O₆ + 6 O₂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Works for ANY equation, no matter how complex!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We'll Code Together (Notebooks)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Notebook 1: Python basics (no libraries)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pH calculations with NEMA standards check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Molar mass calculator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Dilution calculator (C₁V₁ = C₂V₂)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Notebook 2: Data analysis (Pandas + Matplotlib)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NWSC water quality analysis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Titration curve plotting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  • Reaction kinetics visualization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We'll Code Together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Notebook 3: Cheminformatics (ChemPy)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Automatic equation balancing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Molecular property calculations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Limiting reagent calculations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Percent yield analysis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All notebooks: Step-by-step, beginner-friendly, lots of comments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Career Advantage: Why Learn Python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Job market: Employers seek chemists with coding skills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Research: Computational chemistry is the future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Efficiency: Finish work faster, impress supervisors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Innovation: Solve problems others can't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Salary boost: Data-literate scientists earn more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Flexibility: Open doors to data science, bioinformatics, 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41789"/>
            <a:ext cx="6979796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'But I'm Not Good at Math/Computers!'</a:t>
            </a:r>
            <a:br>
              <a:rPr lang="en-US" dirty="0"/>
            </a:br>
            <a:r>
              <a:rPr dirty="0"/>
              <a:t> (Fear Busting)</a:t>
            </a:r>
            <a:endParaRPr lang="en-US" dirty="0"/>
          </a:p>
          <a:p>
            <a:pPr>
              <a:defRPr sz="3200" b="1">
                <a:solidFill>
                  <a:srgbClr val="003366"/>
                </a:solidFill>
              </a:defRPr>
            </a:pPr>
            <a:endParaRPr lang="en-US" dirty="0"/>
          </a:p>
          <a:p>
            <a:pPr>
              <a:defRPr sz="3200" b="1">
                <a:solidFill>
                  <a:srgbClr val="003366"/>
                </a:solidFill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219045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❌ 'I'm not a computer person' → Python is for everyone!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❌ 'I'll break something' → You can't break code, just try again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❌ 'It takes years to learn' → Basic useful skills in weeks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❌ 'I need expensive software' → Python is 100% FREE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❌ 'I don't have time' → Saves you time in the long run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✅ If you can follow lab protocols, you CAN code!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to Learn Programming (Student to Student)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Don't memorize - understand the logic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Make mistakes - that's how you learn!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Google is your friend - everyone uses it, even pros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Practice little and often - 15 min/day beats 3 hours once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5. Use it for real problems - your homework, research projects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Remember: Every expert was once a beginner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Free Resources to Continue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Online Courses: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Codecademy: Learn Python 3 (interactive)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Python.org tutorial (official docs)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YouTube: Corey Schafer, freeCodeCamp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Chemistry-Specific: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Python for Chemists (free ebook)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ChemPy documentation and tutorials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Computational Chemistry community forums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Getting Started: Installing Python (Easy!)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Option 1: Anaconda (Recommended for beginners)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Download from anaconda.com (free)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Includes Python + Jupyter + libraries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Works on Windows, Mac, Linux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Option 2: Python.org (Minimal install)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Download latest version (3.11+)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Install pip (package manager)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Add libraries as needed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Writing Good Code (Best Practices)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Use clear variable names: h_concentration NOT x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Add comments: Explain WHY, not just WHAT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Test with known values: Does pH of 10⁻⁷ give 7?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Keep it simple: Start basic, add complexity later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5. Save your work: Version control (Git) is your friend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Good code = code that your future self can understand!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Common Mistakes (and How to Avoid Them)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❌ Not reading error messages → ✓ They tell you what's wrong!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❌ Copying code without understanding → ✓ Type it yourself, learn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❌ Giving up after first error → ✓ Errors are learning opportunities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❌ Skipping the basics → ✓ Master fundamentals first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❌ Working alone when stuck → ✓ Ask for help, use forums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 tip: Error messages are your debugging assistant, not your enemy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How to Practice (Action Plan)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Week 1: Run through our 3 notebooks, modify examples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Week 2: Solve 1 homework problem using Python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Week 3: Analyze a lab experiment with Python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Week 4: Create your own calculator for a chemistry problem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Month 2+: Build something useful for your research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Start small, build gradually, celebrate wins!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Success Stories (It Works!)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'I used Python to analyze my research data - impressed my supervisor!'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- 3rd year Chemistry student, Makerere University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'Python helped me get an internship at Quality Chemicals'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Applied Chemistry graduate, Kyambogo University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'I created a lab data dashboard - saved our team hours each week'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- Research assistant, Mbarara University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You could be next!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 (Remember These!)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Python is a tool for CHEMISTS, not just programmers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Start with simple calculations, grow from there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Every expert was once a confused beginner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Practice consistently (15 min daily &gt; marathon sessions)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Use Python for real problems (homework, research)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Join the community - help is always available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This skill will set you apart in your career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Next Steps: Your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Today: Work through the 3 Jupyter notebooks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This week: Install Python/Anaconda on your laptop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This month: Solve 1 homework problem using Python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This semester: Use Python for at least one lab report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Resources provided: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3 Jupyter notebooks with examples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Student handout with cheat sheet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Sample datasets for practice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99CC"/>
                </a:solidFill>
              </a:defRPr>
            </a:pPr>
            <a:r>
              <a:t>Let's talk about Python, chemistry, and your future! 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99CC"/>
                </a:solidFill>
              </a:defRPr>
            </a:pPr>
            <a:r>
              <a:t>Questions? Let's learn together!</a:t>
            </a: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t>Remember: Every expert was once a beginner.</a:t>
            </a:r>
          </a:p>
          <a:p>
            <a:pPr algn="ctr">
              <a:defRPr sz="2400">
                <a:solidFill>
                  <a:srgbClr val="0099CC"/>
                </a:solidFill>
              </a:defRPr>
            </a:pPr>
            <a:r>
              <a:t>You've got this! 🧪💻🚀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2229</Words>
  <Application>Microsoft Office PowerPoint</Application>
  <PresentationFormat>On-screen Show (4:3)</PresentationFormat>
  <Paragraphs>284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KubomuEdi</dc:creator>
  <cp:keywords/>
  <dc:description>generated using python-pptx</dc:description>
  <cp:lastModifiedBy>Idris K</cp:lastModifiedBy>
  <cp:revision>3</cp:revision>
  <dcterms:created xsi:type="dcterms:W3CDTF">2013-01-27T09:14:16Z</dcterms:created>
  <dcterms:modified xsi:type="dcterms:W3CDTF">2025-11-08T10:15:35Z</dcterms:modified>
  <cp:category/>
</cp:coreProperties>
</file>